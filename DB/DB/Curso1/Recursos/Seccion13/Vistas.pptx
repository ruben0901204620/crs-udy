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9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364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2596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2335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034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3649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76741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1419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7497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1986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4406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518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0686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55CA9-9C27-4BFE-8A6E-D5F75D48710C}" type="datetimeFigureOut">
              <a:rPr lang="es-SV" smtClean="0"/>
              <a:t>9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4704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 smtClean="0"/>
              <a:t>Vistas</a:t>
            </a:r>
            <a:endParaRPr lang="es-SV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 smtClean="0">
                <a:solidFill>
                  <a:schemeClr val="accent2">
                    <a:lumMod val="50000"/>
                  </a:schemeClr>
                </a:solidFill>
              </a:rPr>
              <a:t>Kevin García</a:t>
            </a:r>
            <a:endParaRPr lang="es-SV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9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5132" y="313507"/>
            <a:ext cx="9144000" cy="884329"/>
          </a:xfrm>
        </p:spPr>
        <p:txBody>
          <a:bodyPr>
            <a:normAutofit fontScale="90000"/>
          </a:bodyPr>
          <a:lstStyle/>
          <a:p>
            <a:pPr algn="l"/>
            <a:r>
              <a:rPr lang="es-SV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son </a:t>
            </a:r>
            <a:r>
              <a:rPr lang="es-SV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 vistas?</a:t>
            </a:r>
            <a:endParaRPr lang="es-SV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13657" y="1511343"/>
            <a:ext cx="11160034" cy="1558428"/>
          </a:xfrm>
        </p:spPr>
        <p:txBody>
          <a:bodyPr>
            <a:normAutofit/>
          </a:bodyPr>
          <a:lstStyle/>
          <a:p>
            <a:pPr algn="l"/>
            <a:r>
              <a:rPr lang="es-419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 vistas pueden ser denominadas como tablas virtuales, estas pueden almacenar instrucciones para mostrar datos al usuario.</a:t>
            </a:r>
            <a:endParaRPr lang="es-SV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487" y="2334638"/>
            <a:ext cx="9408374" cy="424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4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5132" y="313507"/>
            <a:ext cx="10646228" cy="884329"/>
          </a:xfrm>
        </p:spPr>
        <p:txBody>
          <a:bodyPr>
            <a:normAutofit fontScale="90000"/>
          </a:bodyPr>
          <a:lstStyle/>
          <a:p>
            <a:pPr algn="l"/>
            <a:r>
              <a:rPr lang="es-SV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¿Cómo se utilizan?</a:t>
            </a:r>
            <a:endParaRPr lang="es-SV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13657" y="1511343"/>
            <a:ext cx="11160034" cy="1558428"/>
          </a:xfrm>
        </p:spPr>
        <p:txBody>
          <a:bodyPr>
            <a:normAutofit/>
          </a:bodyPr>
          <a:lstStyle/>
          <a:p>
            <a:pPr algn="l"/>
            <a:r>
              <a:rPr lang="es-419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 vistas se utilizan para poder tener una opción mas de hacer selecciones de datos y mostrarlas en pantalla, vendrían siendo igual que las rutinas almacenadas solo que estas tienen algunas  limitaciones.</a:t>
            </a:r>
            <a:endParaRPr lang="es-SV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45" y="3161210"/>
            <a:ext cx="11358057" cy="256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5132" y="313507"/>
            <a:ext cx="11560628" cy="884329"/>
          </a:xfrm>
        </p:spPr>
        <p:txBody>
          <a:bodyPr>
            <a:normAutofit fontScale="90000"/>
          </a:bodyPr>
          <a:lstStyle/>
          <a:p>
            <a:pPr algn="l"/>
            <a:r>
              <a:rPr lang="es-SV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¿Cómo se define a nivel de código?</a:t>
            </a:r>
            <a:endParaRPr lang="es-SV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72" y="1377945"/>
            <a:ext cx="10806548" cy="450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3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 smtClean="0"/>
              <a:t>Muchas Gracias!!</a:t>
            </a:r>
            <a:endParaRPr lang="es-SV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 vemos en la próxima clase!!</a:t>
            </a:r>
            <a:endParaRPr lang="es-SV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410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  <wetp:taskpane dockstate="right" visibility="0" width="350" row="5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6A597657-E8E7-445B-B609-52FF336583AB}">
  <we:reference id="wa104379997" version="2.0.0.0" store="es-ES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8148A5C-B3D2-46AF-95A7-7E51FFDDB663}">
  <we:reference id="wa104380907" version="3.0.0.1" store="es-ES" storeType="OMEX"/>
  <we:alternateReferences>
    <we:reference id="WA104380907" version="3.0.0.1" store="WA104380907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2FBDAFB-F6BB-47A4-916C-51587FFCAB92}">
  <we:reference id="wa104381063" version="1.0.0.1" store="es-E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86</Words>
  <Application>Microsoft Office PowerPoint</Application>
  <PresentationFormat>Panorámica</PresentationFormat>
  <Paragraphs>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Vistas</vt:lpstr>
      <vt:lpstr>¿Qué son las vistas?</vt:lpstr>
      <vt:lpstr>¿Cómo se utilizan?</vt:lpstr>
      <vt:lpstr>¿Cómo se define a nivel de código?</vt:lpstr>
      <vt:lpstr>Muchas Gracias!!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HP</cp:lastModifiedBy>
  <cp:revision>20</cp:revision>
  <dcterms:created xsi:type="dcterms:W3CDTF">2021-07-19T04:59:03Z</dcterms:created>
  <dcterms:modified xsi:type="dcterms:W3CDTF">2021-08-10T03:26:50Z</dcterms:modified>
</cp:coreProperties>
</file>