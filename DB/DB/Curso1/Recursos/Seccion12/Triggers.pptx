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6F83AF-0704-4700-8352-17C6ACAD1A07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FEE87-054B-4EAF-BF8B-5E55194CB78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5055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A753C-94AB-C7A3-DB16-B0EE85477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045094-497C-3467-E58E-771B90DA2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C013B9-820A-0789-FE45-350EEE875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5EA58B-3E4F-7C9C-D92D-C4B7C6795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C0C0A1-35B2-A631-7B67-F3ED7A36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42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E85C8-901A-15CE-6007-C2E0C5C15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B69F76-F84C-C7F1-CD23-6BC0C297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D45DCC-ABAD-26DB-161E-46336D3CD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775099-1C05-6F44-38DA-C302B2D18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16EDBB-D498-4267-78CA-BE361B87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0630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48EC0-2559-3042-4F04-04EFE39A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DE7C5D-BFA5-004A-7AFD-9230E3EDD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E820D0-B0EB-BC2B-802D-A7BCD925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D5B2A-7291-F425-144C-CD198D52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0A2F05-E4FE-CD83-2DE3-DACCD5340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93081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0DB79A-65CA-B58E-7E42-983DD9BB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1718DF-DCB5-BC5D-8FFC-4A10C77A50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B2E025-A564-A314-2884-4AF8553D5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2DA442-4561-C4CB-54AE-1B9FECDF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B078B7-5C78-C412-D276-DE86B133F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BA9628-9F1E-618C-E288-AF3338FD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444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3CC97-EA18-6CCF-54D0-1320A13F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6198B3-43EA-A6DA-05DB-5086A4EDF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A62950-104A-7EE0-6CEF-AE8953FCE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2D18E0-5F47-4BF1-D4D1-01751B1EF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AAB5C8C-0221-1A2C-67CE-6A1691E46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DCDC424-3873-BB5D-3894-C2C679FE5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4373E9-D6C2-9D80-5E0F-4902869D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2265A4-C675-02BB-B560-C78BED80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51079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E2305-E023-07C3-39C1-8F05818B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3C8946-DA39-DC89-5169-59FA18AC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67B446-3BEC-0525-AB31-F76B60A1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B1C5267-0F23-3366-56C1-A3C51D3C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38840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424C8BF-A64F-863C-C027-DFA8A8400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2DBA662-64E0-5A9B-DA88-E709E89D4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A49902-FD38-8616-432E-ED28129D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8817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39940-521F-76F1-DB3C-762DB8925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4FF74C-6CF3-8D69-C560-27A5D0B39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D56E84-79E3-CBB5-94DC-140B45E55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C95DAE-3A71-C7C7-B8F2-A5C12E2D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14792E-9D58-538F-41FB-CF6872CB6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62F2DE-6FA1-CC44-3744-1B878741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8621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A85BC-0653-4C14-9126-46897F9F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BF5BAD4-B786-9224-F99E-C0C366F7F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7E7B1E-14F7-268B-E51C-08D6884F2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14A9C6-19E4-0338-CA60-038E60B4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B7DD00-8D6E-1A65-DC93-8F5063558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8CD92E-EDD5-AFA5-3B36-43390F4B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3296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A566-D90A-0D9B-F266-2F1BF34CD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73BAD9-6608-6318-8FF4-A4C7CF779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112F4E-A231-F256-C0DA-CECEDBDC8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950028-889A-F9BF-B4CB-52F046FE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D1D9EC-DCAE-D08E-3232-463F204B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3713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4062AA-324C-7B73-8C7E-B54BDBB80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C48CA8-1831-4782-7EBE-067217493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76C4FB-5E25-4765-7721-F77B1CE84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A1EE77-BE98-C16B-2DE8-D3289FA3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B2E532-F594-DF1E-F1F8-96C35065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3632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8193A46-AACB-AFB7-B852-FDD0257C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D021C9-28C9-B138-4462-172515F4D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C437B6-D962-C9A5-600B-D60090DB8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785BE-A8F5-4165-B9EA-66EEAF65E20D}" type="datetimeFigureOut">
              <a:rPr lang="es-419" smtClean="0"/>
              <a:t>4/12/2024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367449-46CC-0660-CC46-B1770A584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0D2336-76BA-D142-E800-B039E5D88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9EFB0-2E61-43BE-B499-5517AA8407C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9351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chirou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bujo de ingeniería&#10;&#10;Descripción generada automáticamente">
            <a:extLst>
              <a:ext uri="{FF2B5EF4-FFF2-40B4-BE49-F238E27FC236}">
                <a16:creationId xmlns:a16="http://schemas.microsoft.com/office/drawing/2014/main" id="{7968512C-FE3F-0CAC-BDE2-E6D8D0A62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64" y="419100"/>
            <a:ext cx="6019800" cy="60198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3D5C996-BCAC-E9AA-F69D-305B101535BB}"/>
              </a:ext>
            </a:extLst>
          </p:cNvPr>
          <p:cNvSpPr/>
          <p:nvPr/>
        </p:nvSpPr>
        <p:spPr>
          <a:xfrm>
            <a:off x="7434073" y="2633686"/>
            <a:ext cx="347472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Triggers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CA7413E-97D2-8C57-8C77-547547FB4E33}"/>
              </a:ext>
            </a:extLst>
          </p:cNvPr>
          <p:cNvSpPr/>
          <p:nvPr/>
        </p:nvSpPr>
        <p:spPr>
          <a:xfrm>
            <a:off x="8002010" y="3576197"/>
            <a:ext cx="233884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Kevin García.</a:t>
            </a:r>
          </a:p>
        </p:txBody>
      </p:sp>
    </p:spTree>
    <p:extLst>
      <p:ext uri="{BB962C8B-B14F-4D97-AF65-F5344CB8AC3E}">
        <p14:creationId xmlns:p14="http://schemas.microsoft.com/office/powerpoint/2010/main" val="910354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E8452-E79D-BE7B-0C86-FDF7932D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bujo de ingeniería&#10;&#10;Descripción generada automáticamente">
            <a:extLst>
              <a:ext uri="{FF2B5EF4-FFF2-40B4-BE49-F238E27FC236}">
                <a16:creationId xmlns:a16="http://schemas.microsoft.com/office/drawing/2014/main" id="{B4B1B09B-17AD-A541-3B02-6D6D9781C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5212" y="-1463300"/>
            <a:ext cx="9614916" cy="9614916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02E9BCB-734F-893C-A401-DA7421350BC1}"/>
              </a:ext>
            </a:extLst>
          </p:cNvPr>
          <p:cNvSpPr/>
          <p:nvPr/>
        </p:nvSpPr>
        <p:spPr>
          <a:xfrm>
            <a:off x="5270198" y="155575"/>
            <a:ext cx="6756702" cy="654685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EFAF8B5-6D6E-BDD8-FEB8-254225C78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549" y="444500"/>
            <a:ext cx="2298700" cy="22987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F6F5B78-1F8E-6258-4D20-090109264D53}"/>
              </a:ext>
            </a:extLst>
          </p:cNvPr>
          <p:cNvSpPr txBox="1"/>
          <p:nvPr/>
        </p:nvSpPr>
        <p:spPr>
          <a:xfrm>
            <a:off x="6760544" y="2743200"/>
            <a:ext cx="404271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SV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son los Triggers?</a:t>
            </a:r>
            <a:endParaRPr lang="es-419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1BAB35A-DBF7-E453-AB20-761E5C9B8A6C}"/>
              </a:ext>
            </a:extLst>
          </p:cNvPr>
          <p:cNvSpPr txBox="1"/>
          <p:nvPr/>
        </p:nvSpPr>
        <p:spPr>
          <a:xfrm>
            <a:off x="5802161" y="3854243"/>
            <a:ext cx="59594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Un </a:t>
            </a:r>
            <a:r>
              <a:rPr lang="es-MX" sz="2000" b="1" dirty="0"/>
              <a:t>Trigger</a:t>
            </a:r>
            <a:r>
              <a:rPr lang="es-MX" sz="2000" dirty="0"/>
              <a:t> es un objeto en una base de datos que ejecuta automáticamente una acción en respuesta a un evento específico </a:t>
            </a:r>
            <a:r>
              <a:rPr lang="es-MX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(INSERT, UPDATE, DELETE).</a:t>
            </a:r>
            <a:endParaRPr lang="es-419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445466B-7791-3A52-1DA8-10860382FA71}"/>
              </a:ext>
            </a:extLst>
          </p:cNvPr>
          <p:cNvSpPr/>
          <p:nvPr/>
        </p:nvSpPr>
        <p:spPr>
          <a:xfrm>
            <a:off x="5270198" y="6858000"/>
            <a:ext cx="6756702" cy="65468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606497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16A358-A680-1E53-EBC5-887D3D867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56F65AE-7C02-46EC-C7B5-54FD53B90FD5}"/>
              </a:ext>
            </a:extLst>
          </p:cNvPr>
          <p:cNvSpPr/>
          <p:nvPr/>
        </p:nvSpPr>
        <p:spPr>
          <a:xfrm>
            <a:off x="5296619" y="155575"/>
            <a:ext cx="6756702" cy="65468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5" name="Imagen 4" descr="Dibujo de ingeniería&#10;&#10;Descripción generada automáticamente">
            <a:extLst>
              <a:ext uri="{FF2B5EF4-FFF2-40B4-BE49-F238E27FC236}">
                <a16:creationId xmlns:a16="http://schemas.microsoft.com/office/drawing/2014/main" id="{26559047-C7E7-91BA-DFDC-314D87F32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5212" y="-1463300"/>
            <a:ext cx="9614916" cy="9614916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404D1D2-4F51-67A5-83FF-A225D0F991D8}"/>
              </a:ext>
            </a:extLst>
          </p:cNvPr>
          <p:cNvSpPr/>
          <p:nvPr/>
        </p:nvSpPr>
        <p:spPr>
          <a:xfrm>
            <a:off x="5296619" y="-6800076"/>
            <a:ext cx="6756702" cy="654685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45B6595-9BFB-0E78-91F8-4C9DFFD128F7}"/>
              </a:ext>
            </a:extLst>
          </p:cNvPr>
          <p:cNvSpPr txBox="1"/>
          <p:nvPr/>
        </p:nvSpPr>
        <p:spPr>
          <a:xfrm>
            <a:off x="6114276" y="2860667"/>
            <a:ext cx="53352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¿Cómo funciona un Trigger?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C75359-C967-E36A-CFD0-FD180F55364D}"/>
              </a:ext>
            </a:extLst>
          </p:cNvPr>
          <p:cNvSpPr txBox="1"/>
          <p:nvPr/>
        </p:nvSpPr>
        <p:spPr>
          <a:xfrm>
            <a:off x="5992661" y="3591643"/>
            <a:ext cx="59594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Los Triggers se activan en dos momentos:</a:t>
            </a:r>
          </a:p>
          <a:p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BEFORE:</a:t>
            </a:r>
            <a:r>
              <a:rPr lang="es-MX" sz="2000" dirty="0"/>
              <a:t> Se ejecuta </a:t>
            </a:r>
            <a:r>
              <a:rPr lang="es-MX" sz="2000" b="1" dirty="0"/>
              <a:t>antes</a:t>
            </a:r>
            <a:r>
              <a:rPr lang="es-MX" sz="2000" dirty="0"/>
              <a:t> de que ocurra la acción, ideal para validar 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AFTER:</a:t>
            </a:r>
            <a:r>
              <a:rPr lang="es-MX" sz="2000" dirty="0"/>
              <a:t> Se ejecuta </a:t>
            </a:r>
            <a:r>
              <a:rPr lang="es-MX" sz="2000" b="1" dirty="0"/>
              <a:t>después</a:t>
            </a:r>
            <a:r>
              <a:rPr lang="es-MX" sz="2000" dirty="0"/>
              <a:t> de que se complete la acción, útil para auditorías o cálculos.</a:t>
            </a:r>
            <a:endParaRPr lang="es-419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1790D9-2ED4-FAFB-F84C-F12C77653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224" y="483204"/>
            <a:ext cx="2361596" cy="2361596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E1A9276-EF83-172C-BC7C-CFF0A7FB023E}"/>
              </a:ext>
            </a:extLst>
          </p:cNvPr>
          <p:cNvSpPr/>
          <p:nvPr/>
        </p:nvSpPr>
        <p:spPr>
          <a:xfrm>
            <a:off x="5328162" y="7030054"/>
            <a:ext cx="6756702" cy="65468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351400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5B618-68EE-8DE7-241A-250B756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FEB084A-1730-7B01-F22C-2F99610F93DB}"/>
              </a:ext>
            </a:extLst>
          </p:cNvPr>
          <p:cNvSpPr/>
          <p:nvPr/>
        </p:nvSpPr>
        <p:spPr>
          <a:xfrm>
            <a:off x="5296619" y="155575"/>
            <a:ext cx="6756702" cy="65468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5" name="Imagen 4" descr="Dibujo de ingeniería&#10;&#10;Descripción generada automáticamente">
            <a:extLst>
              <a:ext uri="{FF2B5EF4-FFF2-40B4-BE49-F238E27FC236}">
                <a16:creationId xmlns:a16="http://schemas.microsoft.com/office/drawing/2014/main" id="{A6F8E9A7-4ABA-CF4E-F9F9-4A30B2D73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5212" y="-1463300"/>
            <a:ext cx="9614916" cy="961491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F072F82-C69F-4D78-A0C4-F353B939EC4B}"/>
              </a:ext>
            </a:extLst>
          </p:cNvPr>
          <p:cNvSpPr txBox="1"/>
          <p:nvPr/>
        </p:nvSpPr>
        <p:spPr>
          <a:xfrm>
            <a:off x="5773076" y="2880041"/>
            <a:ext cx="5929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¿Para qué se usan los Triggers?</a:t>
            </a:r>
            <a:endParaRPr lang="es-419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C72D1C4-D655-7DCB-F07E-AA0380DD2BF3}"/>
              </a:ext>
            </a:extLst>
          </p:cNvPr>
          <p:cNvSpPr txBox="1"/>
          <p:nvPr/>
        </p:nvSpPr>
        <p:spPr>
          <a:xfrm>
            <a:off x="5865661" y="3500057"/>
            <a:ext cx="595947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Automatización:</a:t>
            </a:r>
            <a:r>
              <a:rPr lang="es-MX" sz="2000" dirty="0"/>
              <a:t> Realizan tareas repetitivas de forma automática.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Validación de datos:</a:t>
            </a:r>
            <a:r>
              <a:rPr lang="es-MX" sz="2000" dirty="0"/>
              <a:t> Verifican que los datos sean correctos antes de guardarlos.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Auditoría:</a:t>
            </a:r>
            <a:r>
              <a:rPr lang="es-MX" sz="2000" dirty="0"/>
              <a:t> Registran cambios importantes, como quién y cuándo hizo modificaciones.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Seguridad:</a:t>
            </a:r>
            <a:r>
              <a:rPr lang="es-MX" sz="2000" dirty="0"/>
              <a:t> Implementan restricciones adicionales a las claves primarias o foráneas.</a:t>
            </a:r>
            <a:endParaRPr lang="es-419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A993DD8-2240-728E-A15E-30E36ADB88B2}"/>
              </a:ext>
            </a:extLst>
          </p:cNvPr>
          <p:cNvSpPr/>
          <p:nvPr/>
        </p:nvSpPr>
        <p:spPr>
          <a:xfrm>
            <a:off x="5359704" y="-6673390"/>
            <a:ext cx="6756702" cy="65468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69C0380-A3B7-37C8-B25F-7D575DE7F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625" y="380093"/>
            <a:ext cx="2539546" cy="253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3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A4BEE-4E3C-CB67-7A6B-13152FF0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bujo de ingeniería&#10;&#10;Descripción generada automáticamente">
            <a:extLst>
              <a:ext uri="{FF2B5EF4-FFF2-40B4-BE49-F238E27FC236}">
                <a16:creationId xmlns:a16="http://schemas.microsoft.com/office/drawing/2014/main" id="{819DF4B0-681F-656D-A11F-1D350872A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00"/>
            <a:ext cx="5842000" cy="5842000"/>
          </a:xfrm>
          <a:prstGeom prst="rect">
            <a:avLst/>
          </a:prstGeom>
        </p:spPr>
      </p:pic>
      <p:sp>
        <p:nvSpPr>
          <p:cNvPr id="2" name="Freeform 8">
            <a:extLst>
              <a:ext uri="{FF2B5EF4-FFF2-40B4-BE49-F238E27FC236}">
                <a16:creationId xmlns:a16="http://schemas.microsoft.com/office/drawing/2014/main" id="{EE34B35D-588F-C19E-43E3-892059AB9009}"/>
              </a:ext>
            </a:extLst>
          </p:cNvPr>
          <p:cNvSpPr/>
          <p:nvPr/>
        </p:nvSpPr>
        <p:spPr>
          <a:xfrm>
            <a:off x="7188881" y="4141339"/>
            <a:ext cx="500621" cy="486356"/>
          </a:xfrm>
          <a:custGeom>
            <a:avLst/>
            <a:gdLst/>
            <a:ahLst/>
            <a:cxnLst/>
            <a:rect l="l" t="t" r="r" b="b"/>
            <a:pathLst>
              <a:path w="895237" h="895237">
                <a:moveTo>
                  <a:pt x="0" y="0"/>
                </a:moveTo>
                <a:lnTo>
                  <a:pt x="895236" y="0"/>
                </a:lnTo>
                <a:lnTo>
                  <a:pt x="895236" y="895237"/>
                </a:lnTo>
                <a:lnTo>
                  <a:pt x="0" y="89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419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8E5DA66-AA93-369B-555C-65E0DAA43604}"/>
              </a:ext>
            </a:extLst>
          </p:cNvPr>
          <p:cNvSpPr/>
          <p:nvPr/>
        </p:nvSpPr>
        <p:spPr>
          <a:xfrm>
            <a:off x="5300209" y="2287183"/>
            <a:ext cx="689179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0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¡MUCHAS GRACIAS!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130240-AEA9-C7DE-8D76-BE707A85C3F8}"/>
              </a:ext>
            </a:extLst>
          </p:cNvPr>
          <p:cNvSpPr/>
          <p:nvPr/>
        </p:nvSpPr>
        <p:spPr>
          <a:xfrm>
            <a:off x="7286792" y="3972997"/>
            <a:ext cx="3410525" cy="66761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ts val="5302"/>
              </a:lnSpc>
            </a:pPr>
            <a:r>
              <a:rPr lang="en-US" sz="2400" u="sng" dirty="0">
                <a:solidFill>
                  <a:srgbClr val="FBFAF8"/>
                </a:solidFill>
                <a:latin typeface="Lato"/>
                <a:ea typeface="Lato"/>
                <a:cs typeface="Lato"/>
                <a:sym typeface="Lato"/>
                <a:hlinkClick r:id="rId4" tooltip="https://achirou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https://achirou.com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0FE4B3-8963-4E0E-9916-1ADA2E601698}"/>
              </a:ext>
            </a:extLst>
          </p:cNvPr>
          <p:cNvSpPr/>
          <p:nvPr/>
        </p:nvSpPr>
        <p:spPr>
          <a:xfrm>
            <a:off x="5775346" y="3106478"/>
            <a:ext cx="60198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¡Nos vemos en la próxima clase!</a:t>
            </a:r>
          </a:p>
        </p:txBody>
      </p:sp>
    </p:spTree>
    <p:extLst>
      <p:ext uri="{BB962C8B-B14F-4D97-AF65-F5344CB8AC3E}">
        <p14:creationId xmlns:p14="http://schemas.microsoft.com/office/powerpoint/2010/main" val="4063730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159</Words>
  <Application>Microsoft Office PowerPoint</Application>
  <PresentationFormat>Panorámica</PresentationFormat>
  <Paragraphs>17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Lato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lopez</dc:creator>
  <cp:lastModifiedBy>kevin lopez</cp:lastModifiedBy>
  <cp:revision>1</cp:revision>
  <dcterms:created xsi:type="dcterms:W3CDTF">2024-12-04T17:53:21Z</dcterms:created>
  <dcterms:modified xsi:type="dcterms:W3CDTF">2024-12-04T20:25:26Z</dcterms:modified>
</cp:coreProperties>
</file>