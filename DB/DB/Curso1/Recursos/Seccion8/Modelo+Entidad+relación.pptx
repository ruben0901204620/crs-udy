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AF8"/>
    <a:srgbClr val="0A122A"/>
    <a:srgbClr val="FFFFFF"/>
    <a:srgbClr val="E7D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AC937-E72C-46FA-B6A2-3A7DE3043231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14A4E-2463-47D4-BB05-314F05B9803D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3608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14A4E-2463-47D4-BB05-314F05B9803D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17747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14A4E-2463-47D4-BB05-314F05B9803D}" type="slidenum">
              <a:rPr lang="es-419" smtClean="0"/>
              <a:t>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0471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92215-0245-1130-302E-F37472F74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C528D4-C220-E4CD-1897-802F9926B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ABB6F-28A6-B1FD-EA0F-F022FE32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485173-2FA7-31F0-21CF-172762D5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EF408-64A2-0574-9C6C-20E5BF28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7046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6C64F-2ECD-1D4E-630D-4C3B3CF9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81C2B4-3C36-C438-59D1-FB793A9F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84F67A-2F45-EAD2-ED3E-1FDA7187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9F607-4D82-CC8F-7FE8-F4F8E953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2A91F-8C28-ECB3-127E-CB9B3F36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4269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F8290-3967-42A9-D120-9D3F0AC8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79504A-83CB-FF2B-64F8-3BA4F78D3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D1E8D7-7A8C-FE90-3B79-41C94DC8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3DCCB9-145A-BE41-AC60-3D99A919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D24910-C784-B0BC-D474-A31EA9A5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7382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1442E-BFEE-477D-E77F-5756663E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18681A-4D79-0252-2BDA-372E3DAE8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C94979-40EC-494A-E71A-BC99E3333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7DC06E-B633-A1F7-3081-655BADA7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C0D050-6F11-E972-D3F8-F511C238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A1AE7E-1165-98D1-9E9D-69646158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1562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87AC9-E618-32C2-63D0-B6FC197A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9CB693-6994-39CA-7C88-C4EA5E4DE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50367A-6220-D031-3DDB-6878D400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CB9A88-5D96-3C55-2462-10930DA08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760B3C-133E-E87A-CE58-EEE528E06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7BE210-AEAF-EF84-4385-D0E1E47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6C2199-B984-BC19-30D6-1E110531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65E264-3F97-32C8-1F76-BFCE10E1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5398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5C49D-EF58-88AD-1672-2F5E712C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300A0D-D22E-930B-46BD-3F22A3EE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1E2F5A-F095-14A9-6095-CF2C255E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E935FC-8654-9EAD-1FEF-6B513192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1703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C4F208-9EA0-4F36-526D-14006BB9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22EFF4-40A4-43B1-6891-BD4D0BE4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3B4215-0802-5F04-A237-DC3EAC6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898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558BE-FD7B-6646-A2FF-4AB4582C8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450CD4-3090-880D-F871-397F9902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E85CDA-3A4F-8FE8-CB53-D54C1A99C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56633-B8E8-A08B-AE02-9918A826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8AEFA0-1A88-7C92-7A92-7CCD1D28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D53117-22E4-E19E-5012-F4BBBE57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832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EDF57-7824-EEBE-6005-CA22BC59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1054E93-3363-09E8-7C11-D1E61F92F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CFAC1B-8F9A-42AE-35BF-428186B76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4D4ABF-7B70-EF78-F6ED-57A851C7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8D31AD-8F79-F6B1-41B5-D423EBA4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F19525-AE84-BC5D-99C9-C2DA79E4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0916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C9223-F16A-01CE-5097-C2018D55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67DAA1-DE4B-B37B-BF86-32EFC8F00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8709AD-F029-DBDF-D367-6423A6E7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A9F54-95AD-2A7F-86F2-454EFC44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7FE1DD-3D25-170F-EC23-7E56E7F1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547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9808EA-16B9-CCF3-E8CE-EF6743E05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84A4C1-C4CC-02BE-8D28-3507ED3B9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9C4B0A-C9AC-0432-8B3A-A2EC4D7E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B6F73A-C479-5401-BD8F-5C4B973D8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C7B207-C48C-ABF2-B922-59BA273F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5075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6FBD99-9FAB-C3CA-32C6-D12BDAC9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D283A1-3B0F-34C2-B375-BE3F8FC9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A3D1F8-7039-DF02-0300-E3A1A7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44475-5285-4BEB-9BD6-771F56819649}" type="datetimeFigureOut">
              <a:rPr lang="es-419" smtClean="0"/>
              <a:t>16/11/2024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21BBA1-7F93-E525-71D5-0F6B26588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C86061-9AB3-1E6C-2FF4-DB130B56B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5EFA1-6F74-46A0-8C64-3D41ACD45FB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9891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chirou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71B19917-3EC8-4EB4-71E2-A16BA64A5606}"/>
              </a:ext>
            </a:extLst>
          </p:cNvPr>
          <p:cNvCxnSpPr/>
          <p:nvPr/>
        </p:nvCxnSpPr>
        <p:spPr>
          <a:xfrm rot="5400000" flipH="1" flipV="1">
            <a:off x="439993" y="5390536"/>
            <a:ext cx="1755058" cy="1179871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10C82C7-AE88-F481-1F80-C58DEEC17384}"/>
              </a:ext>
            </a:extLst>
          </p:cNvPr>
          <p:cNvCxnSpPr>
            <a:cxnSpLocks/>
          </p:cNvCxnSpPr>
          <p:nvPr/>
        </p:nvCxnSpPr>
        <p:spPr>
          <a:xfrm rot="16200000" flipV="1">
            <a:off x="9950247" y="5427407"/>
            <a:ext cx="1755058" cy="1106127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0A1A6F89-71C5-B5E1-D37E-962F84766F06}"/>
              </a:ext>
            </a:extLst>
          </p:cNvPr>
          <p:cNvCxnSpPr/>
          <p:nvPr/>
        </p:nvCxnSpPr>
        <p:spPr>
          <a:xfrm rot="5400000">
            <a:off x="703006" y="24580"/>
            <a:ext cx="639097" cy="589936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697CFD14-6D16-8F98-D91A-5EC188B0FF7E}"/>
              </a:ext>
            </a:extLst>
          </p:cNvPr>
          <p:cNvCxnSpPr/>
          <p:nvPr/>
        </p:nvCxnSpPr>
        <p:spPr>
          <a:xfrm rot="16200000" flipH="1">
            <a:off x="10999840" y="41786"/>
            <a:ext cx="422787" cy="339214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2776912-BA84-DD0C-7C92-96E8FF5AAEEC}"/>
              </a:ext>
            </a:extLst>
          </p:cNvPr>
          <p:cNvCxnSpPr/>
          <p:nvPr/>
        </p:nvCxnSpPr>
        <p:spPr>
          <a:xfrm>
            <a:off x="3067665" y="-1"/>
            <a:ext cx="0" cy="319549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31881C1-FFF9-B8DE-AB21-1ABD11D44565}"/>
              </a:ext>
            </a:extLst>
          </p:cNvPr>
          <p:cNvCxnSpPr/>
          <p:nvPr/>
        </p:nvCxnSpPr>
        <p:spPr>
          <a:xfrm>
            <a:off x="6489290" y="0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5A58B80-B32D-724B-4C8F-603767071A70}"/>
              </a:ext>
            </a:extLst>
          </p:cNvPr>
          <p:cNvCxnSpPr/>
          <p:nvPr/>
        </p:nvCxnSpPr>
        <p:spPr>
          <a:xfrm>
            <a:off x="3849328" y="6435213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F2DB3C6-0B7D-B215-3B60-68D5ACDF6FB3}"/>
              </a:ext>
            </a:extLst>
          </p:cNvPr>
          <p:cNvCxnSpPr/>
          <p:nvPr/>
        </p:nvCxnSpPr>
        <p:spPr>
          <a:xfrm>
            <a:off x="9050594" y="6435212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DC520AF-F33B-B7C2-41E6-3E9AE39E0A07}"/>
              </a:ext>
            </a:extLst>
          </p:cNvPr>
          <p:cNvCxnSpPr/>
          <p:nvPr/>
        </p:nvCxnSpPr>
        <p:spPr>
          <a:xfrm>
            <a:off x="6582696" y="6435211"/>
            <a:ext cx="0" cy="422787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B3D86F54-F110-414C-54EC-C0A1A3DC6586}"/>
              </a:ext>
            </a:extLst>
          </p:cNvPr>
          <p:cNvCxnSpPr/>
          <p:nvPr/>
        </p:nvCxnSpPr>
        <p:spPr>
          <a:xfrm>
            <a:off x="0" y="3165987"/>
            <a:ext cx="81115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C072146-2E89-8779-BDC5-39DF9C4B7D02}"/>
              </a:ext>
            </a:extLst>
          </p:cNvPr>
          <p:cNvCxnSpPr/>
          <p:nvPr/>
        </p:nvCxnSpPr>
        <p:spPr>
          <a:xfrm flipH="1">
            <a:off x="11464414" y="3271684"/>
            <a:ext cx="7275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6078F099-0C50-4BD0-A8D2-21BF940C8E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64246" y="358877"/>
            <a:ext cx="1229031" cy="511276"/>
          </a:xfrm>
          <a:prstGeom prst="bentConnector3">
            <a:avLst/>
          </a:prstGeom>
          <a:ln>
            <a:solidFill>
              <a:schemeClr val="bg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301F73D-49CF-3AB8-64FE-3AAB656C527B}"/>
              </a:ext>
            </a:extLst>
          </p:cNvPr>
          <p:cNvSpPr/>
          <p:nvPr/>
        </p:nvSpPr>
        <p:spPr>
          <a:xfrm>
            <a:off x="2278292" y="2704320"/>
            <a:ext cx="76354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Modelo</a:t>
            </a:r>
            <a:r>
              <a:rPr lang="es-ES" sz="5400" b="0" cap="none" spc="0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Entidad Relación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F49AC55-C50E-BE04-D1AF-10F953F78859}"/>
              </a:ext>
            </a:extLst>
          </p:cNvPr>
          <p:cNvSpPr/>
          <p:nvPr/>
        </p:nvSpPr>
        <p:spPr>
          <a:xfrm>
            <a:off x="3192990" y="3436374"/>
            <a:ext cx="580602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Kevin García.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7F53524-D8E7-96CC-EB73-E922A826C405}"/>
              </a:ext>
            </a:extLst>
          </p:cNvPr>
          <p:cNvSpPr/>
          <p:nvPr/>
        </p:nvSpPr>
        <p:spPr>
          <a:xfrm>
            <a:off x="589934" y="776744"/>
            <a:ext cx="275303" cy="23596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6D6B3A9-BE24-8E72-DE2B-96CA14EBAF5A}"/>
              </a:ext>
            </a:extLst>
          </p:cNvPr>
          <p:cNvSpPr/>
          <p:nvPr/>
        </p:nvSpPr>
        <p:spPr>
          <a:xfrm>
            <a:off x="8431161" y="1346774"/>
            <a:ext cx="206478" cy="1799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33C3C23-8C06-B2CB-FD48-FC45BA2F521C}"/>
              </a:ext>
            </a:extLst>
          </p:cNvPr>
          <p:cNvSpPr/>
          <p:nvPr/>
        </p:nvSpPr>
        <p:spPr>
          <a:xfrm>
            <a:off x="11315700" y="471949"/>
            <a:ext cx="130279" cy="14256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AA1BC8C-C8B7-CDBE-73B2-9ECAEBA6241B}"/>
              </a:ext>
            </a:extLst>
          </p:cNvPr>
          <p:cNvSpPr/>
          <p:nvPr/>
        </p:nvSpPr>
        <p:spPr>
          <a:xfrm>
            <a:off x="10209572" y="4817582"/>
            <a:ext cx="130279" cy="142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ECE81E9-616A-169B-B4DC-A105F4FDE604}"/>
              </a:ext>
            </a:extLst>
          </p:cNvPr>
          <p:cNvSpPr/>
          <p:nvPr/>
        </p:nvSpPr>
        <p:spPr>
          <a:xfrm>
            <a:off x="3784188" y="6110749"/>
            <a:ext cx="130279" cy="1425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CFF1EAD-CD3D-63A9-A693-46FE012F403D}"/>
              </a:ext>
            </a:extLst>
          </p:cNvPr>
          <p:cNvSpPr/>
          <p:nvPr/>
        </p:nvSpPr>
        <p:spPr>
          <a:xfrm>
            <a:off x="2917688" y="521113"/>
            <a:ext cx="275302" cy="2359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4F388B0-518F-B837-8C1F-CFD2F8AED354}"/>
              </a:ext>
            </a:extLst>
          </p:cNvPr>
          <p:cNvSpPr/>
          <p:nvPr/>
        </p:nvSpPr>
        <p:spPr>
          <a:xfrm>
            <a:off x="1776564" y="4758027"/>
            <a:ext cx="261787" cy="2805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80BD0D0-028B-B0D6-7022-8084E509011C}"/>
              </a:ext>
            </a:extLst>
          </p:cNvPr>
          <p:cNvSpPr/>
          <p:nvPr/>
        </p:nvSpPr>
        <p:spPr>
          <a:xfrm>
            <a:off x="6489290" y="5456906"/>
            <a:ext cx="275302" cy="2359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FBA8AFC-AC17-6186-A573-F588C9E8FE6A}"/>
              </a:ext>
            </a:extLst>
          </p:cNvPr>
          <p:cNvSpPr/>
          <p:nvPr/>
        </p:nvSpPr>
        <p:spPr>
          <a:xfrm>
            <a:off x="2711210" y="2049778"/>
            <a:ext cx="206478" cy="1799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2BED302-9492-D1AD-8DDF-D120C4B20D42}"/>
              </a:ext>
            </a:extLst>
          </p:cNvPr>
          <p:cNvSpPr/>
          <p:nvPr/>
        </p:nvSpPr>
        <p:spPr>
          <a:xfrm>
            <a:off x="6424150" y="651390"/>
            <a:ext cx="130279" cy="1425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88633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3BD58-FD06-E657-7800-DCF533F5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21C1625-AD3C-55D4-E2DB-650DCD93E488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BFBDFB-0918-93A3-5310-F28F24DC016F}"/>
              </a:ext>
            </a:extLst>
          </p:cNvPr>
          <p:cNvSpPr/>
          <p:nvPr/>
        </p:nvSpPr>
        <p:spPr>
          <a:xfrm>
            <a:off x="10613923" y="703006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612709-FCB6-DAFE-454F-9EC1194E8B92}"/>
              </a:ext>
            </a:extLst>
          </p:cNvPr>
          <p:cNvSpPr/>
          <p:nvPr/>
        </p:nvSpPr>
        <p:spPr>
          <a:xfrm>
            <a:off x="11395587" y="1425677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B100B1-7678-AEF5-92B2-50D164658274}"/>
              </a:ext>
            </a:extLst>
          </p:cNvPr>
          <p:cNvSpPr/>
          <p:nvPr/>
        </p:nvSpPr>
        <p:spPr>
          <a:xfrm>
            <a:off x="11282516" y="71283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6760F9-6601-6617-3515-2915C7CE3562}"/>
              </a:ext>
            </a:extLst>
          </p:cNvPr>
          <p:cNvSpPr/>
          <p:nvPr/>
        </p:nvSpPr>
        <p:spPr>
          <a:xfrm>
            <a:off x="683342" y="325963"/>
            <a:ext cx="8472006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es el </a:t>
            </a:r>
            <a:r>
              <a:rPr lang="es-ES" sz="48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modelo entidad Relación</a:t>
            </a:r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F00E43-CF8A-E284-1055-AE2C4A875204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4E6696-574C-FB73-8071-C48F69939645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1289C2F-6232-75D3-C08E-F340D1B2F15F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C0CF543-F1F6-AC36-D72A-404D8B8803F5}"/>
              </a:ext>
            </a:extLst>
          </p:cNvPr>
          <p:cNvSpPr/>
          <p:nvPr/>
        </p:nvSpPr>
        <p:spPr>
          <a:xfrm>
            <a:off x="590576" y="1789111"/>
            <a:ext cx="2782941" cy="47705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Definición técnica:</a:t>
            </a:r>
            <a:endParaRPr lang="es-419" sz="2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EFDDCC-1B32-5A5B-2CA3-4B4762C90152}"/>
              </a:ext>
            </a:extLst>
          </p:cNvPr>
          <p:cNvSpPr/>
          <p:nvPr/>
        </p:nvSpPr>
        <p:spPr>
          <a:xfrm>
            <a:off x="683342" y="2235388"/>
            <a:ext cx="761528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>
                <a:solidFill>
                  <a:srgbClr val="FBFAF8"/>
                </a:solidFill>
              </a:rPr>
              <a:t>El Modelo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Entidad-Relación (ER) </a:t>
            </a:r>
            <a:r>
              <a:rPr lang="es-MX" sz="2000" dirty="0">
                <a:solidFill>
                  <a:srgbClr val="FBFAF8"/>
                </a:solidFill>
              </a:rPr>
              <a:t>es una metodología gráfica utilizada para diseñar y estructurar bases de datos, representando cómo se relacionan los datos entre sí en un sistema.</a:t>
            </a:r>
            <a:endParaRPr lang="es-ES" sz="20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540A0A5-486B-8563-E722-3B7B25B8AD13}"/>
              </a:ext>
            </a:extLst>
          </p:cNvPr>
          <p:cNvSpPr/>
          <p:nvPr/>
        </p:nvSpPr>
        <p:spPr>
          <a:xfrm>
            <a:off x="707418" y="3429000"/>
            <a:ext cx="633367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MX" sz="2000" dirty="0">
                <a:solidFill>
                  <a:srgbClr val="FBFAF8"/>
                </a:solidFill>
              </a:rPr>
              <a:t>Este modelo se utiliza en la fase de diseño conceptual de una base de datos, ayudando a visualizar de manera clara las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entidades</a:t>
            </a:r>
            <a:r>
              <a:rPr lang="es-MX" sz="2000" dirty="0">
                <a:solidFill>
                  <a:srgbClr val="FBFAF8"/>
                </a:solidFill>
              </a:rPr>
              <a:t> que representan los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objetos</a:t>
            </a:r>
            <a:r>
              <a:rPr lang="es-MX" sz="2000" dirty="0">
                <a:solidFill>
                  <a:srgbClr val="FBFAF8"/>
                </a:solidFill>
              </a:rPr>
              <a:t> o </a:t>
            </a:r>
            <a:r>
              <a:rPr lang="es-MX" sz="2000" b="1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conceptos importantes</a:t>
            </a:r>
            <a:endParaRPr lang="es-ES" sz="2000" b="1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C743DC9-7E66-558E-0990-35C4052C8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395" y="2863192"/>
            <a:ext cx="3611350" cy="361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55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741D1-5772-BBF5-06C5-DDCFA7EC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B2ACB7D-3DAF-1589-2ED9-47A13B05D158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EF8D34-9BAC-42E6-6D22-81DA1C041996}"/>
              </a:ext>
            </a:extLst>
          </p:cNvPr>
          <p:cNvSpPr/>
          <p:nvPr/>
        </p:nvSpPr>
        <p:spPr>
          <a:xfrm>
            <a:off x="10984495" y="808700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61ABB7-3433-6172-8573-9C3A6AAB32D2}"/>
              </a:ext>
            </a:extLst>
          </p:cNvPr>
          <p:cNvSpPr/>
          <p:nvPr/>
        </p:nvSpPr>
        <p:spPr>
          <a:xfrm>
            <a:off x="11626004" y="592391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0965D3-93DA-D215-8975-FC59640E8181}"/>
              </a:ext>
            </a:extLst>
          </p:cNvPr>
          <p:cNvSpPr/>
          <p:nvPr/>
        </p:nvSpPr>
        <p:spPr>
          <a:xfrm>
            <a:off x="11852146" y="1334813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4F192C-1283-BB8A-109B-184D4E21B1B6}"/>
              </a:ext>
            </a:extLst>
          </p:cNvPr>
          <p:cNvSpPr/>
          <p:nvPr/>
        </p:nvSpPr>
        <p:spPr>
          <a:xfrm>
            <a:off x="477505" y="288805"/>
            <a:ext cx="981686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Componentes claves para</a:t>
            </a:r>
            <a:r>
              <a:rPr lang="es-ES" sz="4800" b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Modelo Entidad Relación</a:t>
            </a:r>
            <a:r>
              <a:rPr lang="es-ES" sz="48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ED3F3EC-4442-87E8-E4AA-F614CA2DC119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5E3F7C9-26EF-1F4D-D01D-306C0E14B5AF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E9E3A9A-1868-DEF6-4CC7-CDBA17F4E4CC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4F8542D-F87B-1969-9737-2758212F976D}"/>
              </a:ext>
            </a:extLst>
          </p:cNvPr>
          <p:cNvSpPr/>
          <p:nvPr/>
        </p:nvSpPr>
        <p:spPr>
          <a:xfrm>
            <a:off x="590576" y="2137214"/>
            <a:ext cx="927436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Entidades: </a:t>
            </a:r>
            <a:r>
              <a:rPr lang="es-MX" sz="20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Son los objetos principales que se desea representar en la base de datos, como una persona, un lugar o un evento. Cada entidad tiene un conjunto de atributos que describen sus características.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Relaciones: </a:t>
            </a:r>
            <a:r>
              <a:rPr lang="es-MX" sz="20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Describen cómo las entidades interactúan entre sí. Pueden ser de varios tipos, como uno a uno, uno a muchos o muchos a muchos, y ayudan a definir cómo se vinculan los datos entre distintas entidades.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00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Atributos: </a:t>
            </a:r>
            <a:r>
              <a:rPr lang="es-MX" sz="20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Son las propiedades o características de cada entidad, como el nombre y apellido de una persona o el precio de un producto. Cada entidad tiene uno o más atributos que ayudan a identificarla y describirla.</a:t>
            </a:r>
            <a:endParaRPr lang="es-ES" sz="20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20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4535F-2F8D-EAC9-3A12-87455CCF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643AD8-8A14-3758-16C2-41986CA3A087}"/>
              </a:ext>
            </a:extLst>
          </p:cNvPr>
          <p:cNvSpPr/>
          <p:nvPr/>
        </p:nvSpPr>
        <p:spPr>
          <a:xfrm>
            <a:off x="11395587" y="216310"/>
            <a:ext cx="226142" cy="216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01714F-F1C5-468D-E9DF-E380EA7CB519}"/>
              </a:ext>
            </a:extLst>
          </p:cNvPr>
          <p:cNvSpPr/>
          <p:nvPr/>
        </p:nvSpPr>
        <p:spPr>
          <a:xfrm>
            <a:off x="10984495" y="808700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810BD9-4918-9957-C5AC-F553928A9DF9}"/>
              </a:ext>
            </a:extLst>
          </p:cNvPr>
          <p:cNvSpPr/>
          <p:nvPr/>
        </p:nvSpPr>
        <p:spPr>
          <a:xfrm>
            <a:off x="11626004" y="592391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4F0A53-ADC1-1A57-FD5B-0B4DCC4D798C}"/>
              </a:ext>
            </a:extLst>
          </p:cNvPr>
          <p:cNvSpPr/>
          <p:nvPr/>
        </p:nvSpPr>
        <p:spPr>
          <a:xfrm>
            <a:off x="11852146" y="1334813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072A53-EFE7-D48D-AE1F-4BE9C17053D6}"/>
              </a:ext>
            </a:extLst>
          </p:cNvPr>
          <p:cNvSpPr/>
          <p:nvPr/>
        </p:nvSpPr>
        <p:spPr>
          <a:xfrm>
            <a:off x="113712" y="5840361"/>
            <a:ext cx="226142" cy="216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F8C5D5-CB83-6DE6-427D-977A4243AD68}"/>
              </a:ext>
            </a:extLst>
          </p:cNvPr>
          <p:cNvSpPr/>
          <p:nvPr/>
        </p:nvSpPr>
        <p:spPr>
          <a:xfrm>
            <a:off x="113712" y="6474542"/>
            <a:ext cx="226142" cy="216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B422061-E014-2CCC-8355-FD4B9A2DF47D}"/>
              </a:ext>
            </a:extLst>
          </p:cNvPr>
          <p:cNvSpPr/>
          <p:nvPr/>
        </p:nvSpPr>
        <p:spPr>
          <a:xfrm>
            <a:off x="477505" y="6135328"/>
            <a:ext cx="226142" cy="2163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EA5806B0-DB35-C5F8-0E2A-F0B204C083F0}"/>
              </a:ext>
            </a:extLst>
          </p:cNvPr>
          <p:cNvSpPr/>
          <p:nvPr/>
        </p:nvSpPr>
        <p:spPr>
          <a:xfrm>
            <a:off x="4324167" y="5128507"/>
            <a:ext cx="510946" cy="538558"/>
          </a:xfrm>
          <a:custGeom>
            <a:avLst/>
            <a:gdLst/>
            <a:ahLst/>
            <a:cxnLst/>
            <a:rect l="l" t="t" r="r" b="b"/>
            <a:pathLst>
              <a:path w="895237" h="895237">
                <a:moveTo>
                  <a:pt x="0" y="0"/>
                </a:moveTo>
                <a:lnTo>
                  <a:pt x="895236" y="0"/>
                </a:lnTo>
                <a:lnTo>
                  <a:pt x="895236" y="895237"/>
                </a:lnTo>
                <a:lnTo>
                  <a:pt x="0" y="89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B12451-5973-D0CD-1EBE-7727762FEE38}"/>
              </a:ext>
            </a:extLst>
          </p:cNvPr>
          <p:cNvSpPr/>
          <p:nvPr/>
        </p:nvSpPr>
        <p:spPr>
          <a:xfrm>
            <a:off x="2256209" y="2474231"/>
            <a:ext cx="767958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0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¡MUCHAS GRACIAS!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87CC6FE-C658-59A6-EA3C-574CD6606D8A}"/>
              </a:ext>
            </a:extLst>
          </p:cNvPr>
          <p:cNvSpPr/>
          <p:nvPr/>
        </p:nvSpPr>
        <p:spPr>
          <a:xfrm>
            <a:off x="4416097" y="4671561"/>
            <a:ext cx="32475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¡Visita nuestro sitio!</a:t>
            </a:r>
            <a:endParaRPr lang="es-ES" sz="2800" b="0" cap="none" spc="0" dirty="0">
              <a:ln w="0"/>
              <a:solidFill>
                <a:srgbClr val="FBFAF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BE24307-B427-E972-2EE9-85E230DE68E3}"/>
              </a:ext>
            </a:extLst>
          </p:cNvPr>
          <p:cNvSpPr/>
          <p:nvPr/>
        </p:nvSpPr>
        <p:spPr>
          <a:xfrm>
            <a:off x="4743183" y="4933171"/>
            <a:ext cx="2848857" cy="6676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302"/>
              </a:lnSpc>
            </a:pPr>
            <a:r>
              <a:rPr lang="en-US" sz="2400" u="sng" dirty="0">
                <a:solidFill>
                  <a:srgbClr val="FBFAF8"/>
                </a:solidFill>
                <a:latin typeface="Lato"/>
                <a:ea typeface="Lato"/>
                <a:cs typeface="Lato"/>
                <a:sym typeface="Lato"/>
                <a:hlinkClick r:id="rId4" tooltip="https://achirou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https://achirou.com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B59C2E-CE8D-4386-DDEC-ACCF1C2C6CB3}"/>
              </a:ext>
            </a:extLst>
          </p:cNvPr>
          <p:cNvSpPr/>
          <p:nvPr/>
        </p:nvSpPr>
        <p:spPr>
          <a:xfrm>
            <a:off x="2796346" y="3324808"/>
            <a:ext cx="65993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rgbClr val="FBFAF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¡Nos vemos en la próxima clase!</a:t>
            </a:r>
          </a:p>
        </p:txBody>
      </p:sp>
    </p:spTree>
    <p:extLst>
      <p:ext uri="{BB962C8B-B14F-4D97-AF65-F5344CB8AC3E}">
        <p14:creationId xmlns:p14="http://schemas.microsoft.com/office/powerpoint/2010/main" val="1843201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Normalizacion</Template>
  <TotalTime>42</TotalTime>
  <Words>230</Words>
  <Application>Microsoft Office PowerPoint</Application>
  <PresentationFormat>Panorámica</PresentationFormat>
  <Paragraphs>18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lopez</dc:creator>
  <cp:lastModifiedBy>kevin lopez</cp:lastModifiedBy>
  <cp:revision>2</cp:revision>
  <dcterms:created xsi:type="dcterms:W3CDTF">2024-11-07T02:50:36Z</dcterms:created>
  <dcterms:modified xsi:type="dcterms:W3CDTF">2024-11-16T22:50:27Z</dcterms:modified>
</cp:coreProperties>
</file>