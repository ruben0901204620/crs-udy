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s-S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09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364" autoAdjust="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SV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10 ago. 2021</a:t>
            </a:fld>
            <a:endParaRPr lang="es-SV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325962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10 ago. 2021</a:t>
            </a:fld>
            <a:endParaRPr lang="es-SV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12335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10 ago. 2021</a:t>
            </a:fld>
            <a:endParaRPr lang="es-SV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70346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10 ago. 2021</a:t>
            </a:fld>
            <a:endParaRPr lang="es-SV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636497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10 ago. 2021</a:t>
            </a:fld>
            <a:endParaRPr lang="es-SV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576741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10 ago. 2021</a:t>
            </a:fld>
            <a:endParaRPr lang="es-SV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114199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10 ago. 2021</a:t>
            </a:fld>
            <a:endParaRPr lang="es-SV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774978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10 ago. 2021</a:t>
            </a:fld>
            <a:endParaRPr lang="es-SV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519863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SV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10 ago. 2021</a:t>
            </a:fld>
            <a:endParaRPr lang="es-SV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544061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10 ago. 2021</a:t>
            </a:fld>
            <a:endParaRPr lang="es-SV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15184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5CA9-9C27-4BFE-8A6E-D5F75D48710C}" type="datetimeFigureOut">
              <a:rPr lang="es-SV" smtClean="0"/>
              <a:t>10 ago. 2021</a:t>
            </a:fld>
            <a:endParaRPr lang="es-SV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806865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SV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55CA9-9C27-4BFE-8A6E-D5F75D48710C}" type="datetimeFigureOut">
              <a:rPr lang="es-SV" smtClean="0"/>
              <a:t>10 ago. 2021</a:t>
            </a:fld>
            <a:endParaRPr lang="es-SV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A71D8-9210-4545-9F32-3685DFD32EEE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647041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S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6+] Degradado Fondo De Pantalla Azul Oscu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SV" dirty="0" smtClean="0"/>
              <a:t>Transacciones</a:t>
            </a:r>
            <a:endParaRPr lang="es-SV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SV" dirty="0" smtClean="0">
                <a:solidFill>
                  <a:schemeClr val="accent2">
                    <a:lumMod val="50000"/>
                  </a:schemeClr>
                </a:solidFill>
              </a:rPr>
              <a:t>Kevin García</a:t>
            </a:r>
            <a:endParaRPr lang="es-SV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97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6+] Degradado Fondo De Pantalla Azul Oscu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35132" y="313507"/>
            <a:ext cx="9144000" cy="884329"/>
          </a:xfrm>
        </p:spPr>
        <p:txBody>
          <a:bodyPr>
            <a:normAutofit fontScale="90000"/>
          </a:bodyPr>
          <a:lstStyle/>
          <a:p>
            <a:pPr algn="l"/>
            <a:r>
              <a:rPr lang="es-SV" b="1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¿Qué son las </a:t>
            </a:r>
            <a:r>
              <a:rPr lang="es-SV" b="1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Transacciones?</a:t>
            </a:r>
            <a:endParaRPr lang="es-SV" b="1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13657" y="1511343"/>
            <a:ext cx="11160034" cy="1558428"/>
          </a:xfrm>
        </p:spPr>
        <p:txBody>
          <a:bodyPr>
            <a:normAutofit/>
          </a:bodyPr>
          <a:lstStyle/>
          <a:p>
            <a:pPr algn="l"/>
            <a:r>
              <a:rPr lang="es-419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 transacciones son un conjunto de instrucciones las cuales se ejecutan para cumplir un funcionamiento, estas instrucciones deben cumplirse en su totalidad de lo contrario la transacción no se ejecutara </a:t>
            </a:r>
            <a:endParaRPr lang="es-SV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833" y="3351565"/>
            <a:ext cx="3224641" cy="322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04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6+] Degradado Fondo De Pantalla Azul Oscu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35132" y="313507"/>
            <a:ext cx="10646228" cy="884329"/>
          </a:xfrm>
        </p:spPr>
        <p:txBody>
          <a:bodyPr>
            <a:normAutofit fontScale="90000"/>
          </a:bodyPr>
          <a:lstStyle/>
          <a:p>
            <a:pPr algn="l"/>
            <a:r>
              <a:rPr lang="es-SV" b="1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¿Cómo </a:t>
            </a:r>
            <a:r>
              <a:rPr lang="es-SV" b="1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funcionan?</a:t>
            </a:r>
            <a:endParaRPr lang="es-SV" b="1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13657" y="1511343"/>
            <a:ext cx="11160034" cy="4293712"/>
          </a:xfrm>
        </p:spPr>
        <p:txBody>
          <a:bodyPr>
            <a:normAutofit/>
          </a:bodyPr>
          <a:lstStyle/>
          <a:p>
            <a:pPr algn="l"/>
            <a:r>
              <a:rPr lang="es-419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 transacciones funcionan siguiendo el termino “ACID” el cual  esta conformado por 4 propiedades</a:t>
            </a:r>
          </a:p>
          <a:p>
            <a:pPr algn="l"/>
            <a:endParaRPr lang="es-419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s-419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 Atomicidad (Todo o nada)</a:t>
            </a:r>
          </a:p>
          <a:p>
            <a:pPr algn="l"/>
            <a:r>
              <a:rPr lang="es-419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2-Consistencia (Como el principio el final)</a:t>
            </a:r>
          </a:p>
          <a:p>
            <a:pPr algn="l"/>
            <a:r>
              <a:rPr lang="es-419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3-Aislamiento (No interferir)</a:t>
            </a:r>
          </a:p>
          <a:p>
            <a:pPr algn="l"/>
            <a:r>
              <a:rPr lang="es-419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4-Durabilidad (Permanente)</a:t>
            </a:r>
          </a:p>
        </p:txBody>
      </p:sp>
    </p:spTree>
    <p:extLst>
      <p:ext uri="{BB962C8B-B14F-4D97-AF65-F5344CB8AC3E}">
        <p14:creationId xmlns:p14="http://schemas.microsoft.com/office/powerpoint/2010/main" val="34267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6+] Degradado Fondo De Pantalla Azul Oscu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SV" dirty="0" smtClean="0"/>
              <a:t>Muchas Gracias!!</a:t>
            </a:r>
            <a:endParaRPr lang="es-SV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SV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Nos vemos en la próxima clase!!</a:t>
            </a:r>
            <a:endParaRPr lang="es-SV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7410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  <wetp:taskpane dockstate="right" visibility="0" width="350" row="4">
    <wetp:webextensionref xmlns:r="http://schemas.openxmlformats.org/officeDocument/2006/relationships" r:id="rId2"/>
  </wetp:taskpane>
  <wetp:taskpane dockstate="right" visibility="0" width="350" row="5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6A597657-E8E7-445B-B609-52FF336583AB}">
  <we:reference id="wa104379997" version="2.0.0.0" store="es-ES" storeType="OMEX"/>
  <we:alternateReferences>
    <we:reference id="WA104379997" version="2.0.0.0" store="WA104379997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8148A5C-B3D2-46AF-95A7-7E51FFDDB663}">
  <we:reference id="wa104380907" version="3.0.0.1" store="es-ES" storeType="OMEX"/>
  <we:alternateReferences>
    <we:reference id="WA104380907" version="3.0.0.1" store="WA104380907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C2FBDAFB-F6BB-47A4-916C-51587FFCAB92}">
  <we:reference id="wa104381063" version="1.0.0.1" store="es-E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715</TotalTime>
  <Words>94</Words>
  <Application>Microsoft Office PowerPoint</Application>
  <PresentationFormat>Panorámica</PresentationFormat>
  <Paragraphs>13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Transacciones</vt:lpstr>
      <vt:lpstr>¿Qué son las Transacciones?</vt:lpstr>
      <vt:lpstr>¿Cómo funcionan?</vt:lpstr>
      <vt:lpstr>Muchas Gracias!!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</dc:creator>
  <cp:lastModifiedBy>HP</cp:lastModifiedBy>
  <cp:revision>23</cp:revision>
  <dcterms:created xsi:type="dcterms:W3CDTF">2021-07-19T04:59:03Z</dcterms:created>
  <dcterms:modified xsi:type="dcterms:W3CDTF">2021-08-10T10:46:22Z</dcterms:modified>
</cp:coreProperties>
</file>